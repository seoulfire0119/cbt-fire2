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D8169-3D85-43D3-93A6-E877EDEDB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1ACBF1-5F86-4FEF-A04A-8FDA95F16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D83644-4E1C-4A7D-A69D-3DC32E47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F18C2-94D8-4642-A615-04629E12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998512-D747-4526-BEF9-09C6BF0C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2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7A71B-876B-4945-8F31-93974CF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DA403F-2669-4040-B640-FF57BCD4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EBCD6-F402-479C-98F0-A90FA6FA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2FCCD-8508-4FF2-B1B5-2D571A89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5034BE-D7F2-4E97-8306-6873FCB5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6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73E83-65FF-4255-97D5-1B201131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A213E-3BC6-4AE5-BA3E-379D1579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16257B-4267-493E-8F45-8DB4633A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E6F487-4D55-4C25-8F78-1A9E90F7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92276-1071-4FF4-A4F8-23161211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32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D528C-C68A-40C3-B089-35D334EF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6FA1A-756B-4B72-B833-DCD4CF36E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B30E64-1651-495D-9C63-FA31566DC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8A79FF-811A-4B8C-8E04-9BA11C0E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E04810-D7E1-46EC-9F9A-335E2637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3CB932-5E0F-4A24-A602-12002073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78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A02D1-FB2E-4537-BB33-04DD6A3E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B8875A-92E5-4205-8261-79EEAC804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CB73FE-9F87-4DFB-A2DE-68B18FC95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5B7E7B-8184-4D1B-A85E-C694FA1EE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9BEE6A-DD74-4856-A482-F00B9F54C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B27A66-28AA-43BD-8987-94AE286E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50FD84-93BF-4C0A-9D22-CE682BF5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BA7A8-1612-40E9-9879-E64BE166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39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F95EA-F07F-47B2-A70F-1664780E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81A64E-F10E-41FB-ACB6-2D64FBB1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1491C8-909F-419B-9094-A0D826D8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8FFBE-D3CC-487A-BD34-FF57ECAC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17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69D538-EC12-470A-A952-5D551D9C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9030D4-3DA4-4E03-A4F7-5C0C5770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05D76-C95F-4009-AB45-58D7F811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48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21A0B-5C1D-44A9-BB3F-B443B78B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3AAAFD-B24E-46CE-9D61-3061206D0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8DDC10-3F0B-4279-9DF8-80F959F52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99B976-A87E-4AF5-9D18-A5C51BF7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E199B6-A3A8-40E3-B9A6-E5741397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96BC2D-978D-4C50-87DC-E689ECF1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16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4FBDF-4C9C-4A15-A2EF-39CFF6248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042569-439A-49FA-9A27-5CC8E68D3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E25E31-63F1-4167-B546-F16F5F6EF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94F3C4-187A-4341-9D97-6A034539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CF9D80-DE37-424F-9DF5-4C087C42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F01655-B34A-45EB-BE8D-8093B824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32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04F7B-81BF-4E0F-AADC-54933D98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7A9423-9A66-48B3-9C84-48676A6C6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05212-1DAF-4621-AD50-3984E72C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C69F7-0B0A-4D35-A623-B3FCF764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63FA1-007F-491B-9949-B6083980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9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3C7FF9-3F15-4FC3-BDFD-BA50A1FD8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72359-B9E9-4501-A470-564D5E28E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FC5727-4287-49E3-8C88-5B3EA8CC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8A19F7-B412-4CCC-BCFF-18384D43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D71634-E81F-42C6-97A3-665BFFA0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0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DAA92E-0A9E-4E0E-8AF9-05BEA479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FEAE9-87CE-4739-8D5A-A253FE167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9EB4A-2BB7-4796-990F-BEA18EEB4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B25B4-4047-487E-8B7A-5A7C1647752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31D410-C40A-4B59-AD82-5464389CD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AD280-2AF8-4F02-B0FE-A957BB538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504F4-E3EA-41A9-9AB8-A82671258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40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F186843-C58C-4B3E-B358-B079A551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1523734"/>
            <a:ext cx="11155332" cy="38105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C9C1F33-9D6D-49CF-A960-48AE6136E093}"/>
              </a:ext>
            </a:extLst>
          </p:cNvPr>
          <p:cNvSpPr/>
          <p:nvPr/>
        </p:nvSpPr>
        <p:spPr>
          <a:xfrm>
            <a:off x="9359153" y="2178424"/>
            <a:ext cx="1129553" cy="4930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3089B-4CFD-4697-A8EB-68889D579D1A}"/>
              </a:ext>
            </a:extLst>
          </p:cNvPr>
          <p:cNvSpPr txBox="1"/>
          <p:nvPr/>
        </p:nvSpPr>
        <p:spPr>
          <a:xfrm>
            <a:off x="8826513" y="1666413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관리자 페이지 클릭</a:t>
            </a:r>
          </a:p>
        </p:txBody>
      </p:sp>
    </p:spTree>
    <p:extLst>
      <p:ext uri="{BB962C8B-B14F-4D97-AF65-F5344CB8AC3E}">
        <p14:creationId xmlns:p14="http://schemas.microsoft.com/office/powerpoint/2010/main" val="399119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DB29C32-113A-42FE-A48D-CF96AF006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50" y="0"/>
            <a:ext cx="11108899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F6C8E09-A54A-4934-9C06-E2575B8D581B}"/>
              </a:ext>
            </a:extLst>
          </p:cNvPr>
          <p:cNvSpPr/>
          <p:nvPr/>
        </p:nvSpPr>
        <p:spPr>
          <a:xfrm>
            <a:off x="7879977" y="2321859"/>
            <a:ext cx="1290918" cy="519953"/>
          </a:xfrm>
          <a:prstGeom prst="rect">
            <a:avLst/>
          </a:prstGeom>
          <a:noFill/>
          <a:ln w="762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04B06-767D-4DFC-9C9C-5AED5721FB13}"/>
              </a:ext>
            </a:extLst>
          </p:cNvPr>
          <p:cNvSpPr txBox="1"/>
          <p:nvPr/>
        </p:nvSpPr>
        <p:spPr>
          <a:xfrm>
            <a:off x="9520519" y="2321859"/>
            <a:ext cx="2940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버튼 </a:t>
            </a:r>
            <a:r>
              <a:rPr lang="ko-KR" altLang="en-US" dirty="0" err="1"/>
              <a:t>클릭시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다운로드 가능</a:t>
            </a:r>
          </a:p>
        </p:txBody>
      </p:sp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F635BA89-A0E4-41E8-9ABF-A879C902B208}"/>
              </a:ext>
            </a:extLst>
          </p:cNvPr>
          <p:cNvSpPr/>
          <p:nvPr/>
        </p:nvSpPr>
        <p:spPr>
          <a:xfrm>
            <a:off x="9251577" y="2496669"/>
            <a:ext cx="268942" cy="17032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55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2025-12-23T06:50:04Z</dcterms:created>
  <dcterms:modified xsi:type="dcterms:W3CDTF">2025-12-23T08:47:51Z</dcterms:modified>
</cp:coreProperties>
</file>