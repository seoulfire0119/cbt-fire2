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05A57-9B6D-4476-996C-FB9BD08BD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15BFE6-457C-4E0C-B200-18B40E2BB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6B403A-F512-41DA-A2E4-094F7EF97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86B7EF-7EDA-4E62-9476-09C38D416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F8D6B2-2C86-44BF-BD2E-F86C825DB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72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C3003-4EE6-4C39-B7D3-3DCF3510A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8A2C9C-CF52-480B-8338-48580D424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2C4BE3-EBD0-4AEB-B218-5F2AE2C4A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181890-D358-4896-9365-6869A6B70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CA1E74-31A7-4058-ABA8-CDE2E207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565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78166F-2E98-4248-A122-E6556A483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BC6E6D-C28D-41D1-8189-16A66B94B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42E82C-650F-4EBE-8E36-932CD97A5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AD37EF-25AE-471F-A064-300C7A95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22217B-38E8-4639-84C7-3EC29566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805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00030-46D4-4614-AC8E-54C61E0B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9E955-91C7-4937-B56A-952A92883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091ABE-B643-4511-B18B-B19EB5DF6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2A4D38-A813-4E5F-93CA-9411A7DE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5E0E0A-898B-4F21-BAC7-7875C97E7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94B1E0-17E7-4601-8BCD-EA8DDF5B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65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9A5E81-3543-4A84-B62C-5C4FD453F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50B586-8013-4FD4-A866-CAF034D54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F4B1A6-E182-4228-8FEE-3EDF888A6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6989E0-2F32-4893-BC11-742FC0013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DB2531E-DD97-4E6B-894D-CA52F3EED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EA1BB7-ECA7-414D-A727-6A4DE382D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5EE5DD-F54C-4BF6-AB0F-0B41D27D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6F03B7-7131-4C97-9649-2B3271DB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04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23757-D54F-4539-96A9-8009FF57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9EE526-7408-4DC2-BCCF-D4915407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A372D5-2F9D-4A56-B74C-1BAF41A5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036D9B-EA8C-4882-A738-659620813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988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DEFC4C-93F6-4361-8E74-E1335DDF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1EBC99-3981-4087-8BB4-5C2B5B28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4755B9-9048-49F2-B7B6-3A0B23F92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76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19C2D-D58D-4326-84B4-949B757BA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19AB88-CA5A-416B-83D6-C5801F91E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08FFEC-E55B-47DE-92D3-63337C6A7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68EF71-29AC-4D7C-AD22-9FACCD94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EB641F-C510-459D-B10E-733CFF3A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80DDDD-EB53-47A3-8DDB-E71D3AE0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303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981B0-4962-47F9-9AA4-6429DAF0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87FAFC-4FAB-47BF-A81A-C15951E49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D2FFB4-EC38-41BC-8167-86DB1C4E1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455B58-58D9-46E7-A130-78F9C6C1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6B7EFF-ACDF-4475-A21A-EC309CD3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B2D73E-8F9A-4517-9BD9-9C8323E25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34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0750F-8C56-4665-A548-463C3C91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F8B77A-230D-4F06-B390-7AABA62AD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2519FB-C255-4A78-8E3D-2C80A64B0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D367A2-C97E-4142-B7FF-55E6A7C5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C0FEE9-21A5-46E8-B72E-7B425105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46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0CD858-137D-49AE-BE5B-677259C7C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121A98-3105-4CF2-BEF4-030E93997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FC4DFD-24ED-4616-8F7B-FFDD4A8C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D64B53-FBBF-4D33-B15C-7623E74A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BD13F-4C6A-4386-B881-CD9E91BB7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05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FCB8F38-B4DE-42FC-A99B-4840A4620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8AEF0A-C968-4CA3-BC6D-CF38C3147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F88420-0DEB-43AC-88FF-53959D4BD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086E6-98AC-4A2C-BC80-F158AFE7126E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E83B0B-F64C-4350-8FF0-8025649B8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FB3FCF-AD9D-4BC7-84C9-00129359D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4680F-9F67-4470-9497-F3E0B92C52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57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4B1D6-7583-4120-AF4A-53ACAD2A50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5B6C53-9EDF-4390-A007-51C1152B76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529197-A91B-4C14-A56F-3F4F27DF2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48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A636B-58C1-435D-8DBE-172DF95F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D25B75-E0F1-4E1F-A1D3-F5DF03CAF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C0D9BF-93F0-4564-84F2-8893AA49F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10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9925B-36AF-4973-A71A-30D399336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259ADC-927A-413C-86B4-A89ED2653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341341-76AB-4B68-9D65-DA2B1A233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66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DB8B0-0596-442D-AB74-D1B678D0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AD9A45-0F69-4CBD-A84C-421A8B241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CFA491-F58C-4731-9F75-3972D0E66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06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1BFF81-1136-4911-AD7E-EE8F25700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487D04-885E-4330-93F7-881A0819D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78404A-22E8-4ECB-BC8A-F3D028992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644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2026-02-09T14:27:27Z</dcterms:created>
  <dcterms:modified xsi:type="dcterms:W3CDTF">2026-02-09T14:33:33Z</dcterms:modified>
</cp:coreProperties>
</file>